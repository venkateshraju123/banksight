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miti, Venkateswarulu" userId="4b2f1f09-8bbb-41df-90a4-ba61ea348ed4" providerId="ADAL" clId="{F80380C8-6812-4304-9813-C4C1C7F88123}"/>
    <pc:docChg chg="undo custSel addSld modSld">
      <pc:chgData name="Sammiti, Venkateswarulu" userId="4b2f1f09-8bbb-41df-90a4-ba61ea348ed4" providerId="ADAL" clId="{F80380C8-6812-4304-9813-C4C1C7F88123}" dt="2025-11-13T12:25:47.642" v="269" actId="1076"/>
      <pc:docMkLst>
        <pc:docMk/>
      </pc:docMkLst>
      <pc:sldChg chg="addSp delSp modSp new mod">
        <pc:chgData name="Sammiti, Venkateswarulu" userId="4b2f1f09-8bbb-41df-90a4-ba61ea348ed4" providerId="ADAL" clId="{F80380C8-6812-4304-9813-C4C1C7F88123}" dt="2025-11-13T12:15:19.236" v="30" actId="14100"/>
        <pc:sldMkLst>
          <pc:docMk/>
          <pc:sldMk cId="3609364806" sldId="265"/>
        </pc:sldMkLst>
        <pc:spChg chg="del">
          <ac:chgData name="Sammiti, Venkateswarulu" userId="4b2f1f09-8bbb-41df-90a4-ba61ea348ed4" providerId="ADAL" clId="{F80380C8-6812-4304-9813-C4C1C7F88123}" dt="2025-11-13T12:14:19.316" v="1" actId="478"/>
          <ac:spMkLst>
            <pc:docMk/>
            <pc:sldMk cId="3609364806" sldId="265"/>
            <ac:spMk id="2" creationId="{94E856A0-12C7-BC1C-B40A-AFA630992749}"/>
          </ac:spMkLst>
        </pc:spChg>
        <pc:spChg chg="mod">
          <ac:chgData name="Sammiti, Venkateswarulu" userId="4b2f1f09-8bbb-41df-90a4-ba61ea348ed4" providerId="ADAL" clId="{F80380C8-6812-4304-9813-C4C1C7F88123}" dt="2025-11-13T12:14:51.503" v="27" actId="14100"/>
          <ac:spMkLst>
            <pc:docMk/>
            <pc:sldMk cId="3609364806" sldId="265"/>
            <ac:spMk id="3" creationId="{3D9C7D69-81F7-71B7-A353-87F3AFB47211}"/>
          </ac:spMkLst>
        </pc:spChg>
        <pc:picChg chg="add mod">
          <ac:chgData name="Sammiti, Venkateswarulu" userId="4b2f1f09-8bbb-41df-90a4-ba61ea348ed4" providerId="ADAL" clId="{F80380C8-6812-4304-9813-C4C1C7F88123}" dt="2025-11-13T12:15:19.236" v="30" actId="14100"/>
          <ac:picMkLst>
            <pc:docMk/>
            <pc:sldMk cId="3609364806" sldId="265"/>
            <ac:picMk id="5" creationId="{4A38D9CD-3126-8F5D-FA92-D455D83633F3}"/>
          </ac:picMkLst>
        </pc:picChg>
      </pc:sldChg>
      <pc:sldChg chg="delSp modSp new mod">
        <pc:chgData name="Sammiti, Venkateswarulu" userId="4b2f1f09-8bbb-41df-90a4-ba61ea348ed4" providerId="ADAL" clId="{F80380C8-6812-4304-9813-C4C1C7F88123}" dt="2025-11-13T12:18:09.263" v="193" actId="20577"/>
        <pc:sldMkLst>
          <pc:docMk/>
          <pc:sldMk cId="2192178445" sldId="266"/>
        </pc:sldMkLst>
        <pc:spChg chg="del mod">
          <ac:chgData name="Sammiti, Venkateswarulu" userId="4b2f1f09-8bbb-41df-90a4-ba61ea348ed4" providerId="ADAL" clId="{F80380C8-6812-4304-9813-C4C1C7F88123}" dt="2025-11-13T12:15:53.836" v="46" actId="478"/>
          <ac:spMkLst>
            <pc:docMk/>
            <pc:sldMk cId="2192178445" sldId="266"/>
            <ac:spMk id="2" creationId="{CA555D19-A4FD-EBA6-06FB-3B59F7664C7C}"/>
          </ac:spMkLst>
        </pc:spChg>
        <pc:spChg chg="mod">
          <ac:chgData name="Sammiti, Venkateswarulu" userId="4b2f1f09-8bbb-41df-90a4-ba61ea348ed4" providerId="ADAL" clId="{F80380C8-6812-4304-9813-C4C1C7F88123}" dt="2025-11-13T12:18:09.263" v="193" actId="20577"/>
          <ac:spMkLst>
            <pc:docMk/>
            <pc:sldMk cId="2192178445" sldId="266"/>
            <ac:spMk id="3" creationId="{14B28A8D-7FFC-7D76-53DC-BAA19808DA76}"/>
          </ac:spMkLst>
        </pc:spChg>
      </pc:sldChg>
      <pc:sldChg chg="addSp delSp modSp new mod">
        <pc:chgData name="Sammiti, Venkateswarulu" userId="4b2f1f09-8bbb-41df-90a4-ba61ea348ed4" providerId="ADAL" clId="{F80380C8-6812-4304-9813-C4C1C7F88123}" dt="2025-11-13T12:19:09.684" v="199" actId="14100"/>
        <pc:sldMkLst>
          <pc:docMk/>
          <pc:sldMk cId="427947465" sldId="267"/>
        </pc:sldMkLst>
        <pc:spChg chg="del">
          <ac:chgData name="Sammiti, Venkateswarulu" userId="4b2f1f09-8bbb-41df-90a4-ba61ea348ed4" providerId="ADAL" clId="{F80380C8-6812-4304-9813-C4C1C7F88123}" dt="2025-11-13T12:18:12.580" v="195" actId="478"/>
          <ac:spMkLst>
            <pc:docMk/>
            <pc:sldMk cId="427947465" sldId="267"/>
            <ac:spMk id="2" creationId="{E9DF0D06-C9D1-09FD-F1E3-91EED7D7F806}"/>
          </ac:spMkLst>
        </pc:spChg>
        <pc:spChg chg="del">
          <ac:chgData name="Sammiti, Venkateswarulu" userId="4b2f1f09-8bbb-41df-90a4-ba61ea348ed4" providerId="ADAL" clId="{F80380C8-6812-4304-9813-C4C1C7F88123}" dt="2025-11-13T12:18:14.579" v="196" actId="478"/>
          <ac:spMkLst>
            <pc:docMk/>
            <pc:sldMk cId="427947465" sldId="267"/>
            <ac:spMk id="3" creationId="{710108D8-B7BF-1C96-0FB1-C7E8F0A6951D}"/>
          </ac:spMkLst>
        </pc:spChg>
        <pc:picChg chg="add mod">
          <ac:chgData name="Sammiti, Venkateswarulu" userId="4b2f1f09-8bbb-41df-90a4-ba61ea348ed4" providerId="ADAL" clId="{F80380C8-6812-4304-9813-C4C1C7F88123}" dt="2025-11-13T12:19:09.684" v="199" actId="14100"/>
          <ac:picMkLst>
            <pc:docMk/>
            <pc:sldMk cId="427947465" sldId="267"/>
            <ac:picMk id="5" creationId="{75770840-C09F-15F5-A5D0-4AB24856EFDD}"/>
          </ac:picMkLst>
        </pc:picChg>
      </pc:sldChg>
      <pc:sldChg chg="addSp delSp modSp new mod">
        <pc:chgData name="Sammiti, Venkateswarulu" userId="4b2f1f09-8bbb-41df-90a4-ba61ea348ed4" providerId="ADAL" clId="{F80380C8-6812-4304-9813-C4C1C7F88123}" dt="2025-11-13T12:20:15.085" v="230" actId="1076"/>
        <pc:sldMkLst>
          <pc:docMk/>
          <pc:sldMk cId="3395671192" sldId="268"/>
        </pc:sldMkLst>
        <pc:spChg chg="del">
          <ac:chgData name="Sammiti, Venkateswarulu" userId="4b2f1f09-8bbb-41df-90a4-ba61ea348ed4" providerId="ADAL" clId="{F80380C8-6812-4304-9813-C4C1C7F88123}" dt="2025-11-13T12:19:27.760" v="201" actId="478"/>
          <ac:spMkLst>
            <pc:docMk/>
            <pc:sldMk cId="3395671192" sldId="268"/>
            <ac:spMk id="2" creationId="{86370D13-DE5B-2DB5-DDC2-3620A7FB982B}"/>
          </ac:spMkLst>
        </pc:spChg>
        <pc:spChg chg="mod">
          <ac:chgData name="Sammiti, Venkateswarulu" userId="4b2f1f09-8bbb-41df-90a4-ba61ea348ed4" providerId="ADAL" clId="{F80380C8-6812-4304-9813-C4C1C7F88123}" dt="2025-11-13T12:19:41.541" v="228" actId="1076"/>
          <ac:spMkLst>
            <pc:docMk/>
            <pc:sldMk cId="3395671192" sldId="268"/>
            <ac:spMk id="3" creationId="{83018229-FF16-73A2-7AAB-38B97271965C}"/>
          </ac:spMkLst>
        </pc:spChg>
        <pc:picChg chg="add mod">
          <ac:chgData name="Sammiti, Venkateswarulu" userId="4b2f1f09-8bbb-41df-90a4-ba61ea348ed4" providerId="ADAL" clId="{F80380C8-6812-4304-9813-C4C1C7F88123}" dt="2025-11-13T12:20:15.085" v="230" actId="1076"/>
          <ac:picMkLst>
            <pc:docMk/>
            <pc:sldMk cId="3395671192" sldId="268"/>
            <ac:picMk id="5" creationId="{E2371755-2F75-338D-81B3-2B4BE7E38DC9}"/>
          </ac:picMkLst>
        </pc:picChg>
      </pc:sldChg>
      <pc:sldChg chg="addSp delSp modSp new mod">
        <pc:chgData name="Sammiti, Venkateswarulu" userId="4b2f1f09-8bbb-41df-90a4-ba61ea348ed4" providerId="ADAL" clId="{F80380C8-6812-4304-9813-C4C1C7F88123}" dt="2025-11-13T12:21:04.016" v="244" actId="1076"/>
        <pc:sldMkLst>
          <pc:docMk/>
          <pc:sldMk cId="765072896" sldId="269"/>
        </pc:sldMkLst>
        <pc:spChg chg="mod">
          <ac:chgData name="Sammiti, Venkateswarulu" userId="4b2f1f09-8bbb-41df-90a4-ba61ea348ed4" providerId="ADAL" clId="{F80380C8-6812-4304-9813-C4C1C7F88123}" dt="2025-11-13T12:20:26.100" v="238" actId="20577"/>
          <ac:spMkLst>
            <pc:docMk/>
            <pc:sldMk cId="765072896" sldId="269"/>
            <ac:spMk id="2" creationId="{613D74F5-0C30-8C63-5057-F56246A9589C}"/>
          </ac:spMkLst>
        </pc:spChg>
        <pc:spChg chg="del">
          <ac:chgData name="Sammiti, Venkateswarulu" userId="4b2f1f09-8bbb-41df-90a4-ba61ea348ed4" providerId="ADAL" clId="{F80380C8-6812-4304-9813-C4C1C7F88123}" dt="2025-11-13T12:20:28.890" v="239" actId="478"/>
          <ac:spMkLst>
            <pc:docMk/>
            <pc:sldMk cId="765072896" sldId="269"/>
            <ac:spMk id="3" creationId="{74134181-9713-D1EA-29D3-0AEA4A820592}"/>
          </ac:spMkLst>
        </pc:spChg>
        <pc:picChg chg="add mod">
          <ac:chgData name="Sammiti, Venkateswarulu" userId="4b2f1f09-8bbb-41df-90a4-ba61ea348ed4" providerId="ADAL" clId="{F80380C8-6812-4304-9813-C4C1C7F88123}" dt="2025-11-13T12:21:04.016" v="244" actId="1076"/>
          <ac:picMkLst>
            <pc:docMk/>
            <pc:sldMk cId="765072896" sldId="269"/>
            <ac:picMk id="5" creationId="{0A2C39E1-22F5-BC4C-BB7E-6259D525AC73}"/>
          </ac:picMkLst>
        </pc:picChg>
      </pc:sldChg>
      <pc:sldChg chg="addSp delSp modSp new mod">
        <pc:chgData name="Sammiti, Venkateswarulu" userId="4b2f1f09-8bbb-41df-90a4-ba61ea348ed4" providerId="ADAL" clId="{F80380C8-6812-4304-9813-C4C1C7F88123}" dt="2025-11-13T12:21:52.941" v="250" actId="1076"/>
        <pc:sldMkLst>
          <pc:docMk/>
          <pc:sldMk cId="4056808511" sldId="270"/>
        </pc:sldMkLst>
        <pc:spChg chg="del">
          <ac:chgData name="Sammiti, Venkateswarulu" userId="4b2f1f09-8bbb-41df-90a4-ba61ea348ed4" providerId="ADAL" clId="{F80380C8-6812-4304-9813-C4C1C7F88123}" dt="2025-11-13T12:21:08.577" v="246" actId="478"/>
          <ac:spMkLst>
            <pc:docMk/>
            <pc:sldMk cId="4056808511" sldId="270"/>
            <ac:spMk id="2" creationId="{579E37C0-1C44-2934-0BD2-07E0BA267777}"/>
          </ac:spMkLst>
        </pc:spChg>
        <pc:spChg chg="del">
          <ac:chgData name="Sammiti, Venkateswarulu" userId="4b2f1f09-8bbb-41df-90a4-ba61ea348ed4" providerId="ADAL" clId="{F80380C8-6812-4304-9813-C4C1C7F88123}" dt="2025-11-13T12:21:11.110" v="247" actId="478"/>
          <ac:spMkLst>
            <pc:docMk/>
            <pc:sldMk cId="4056808511" sldId="270"/>
            <ac:spMk id="3" creationId="{00A0BD22-5D72-A25D-F187-E5932CDBDB02}"/>
          </ac:spMkLst>
        </pc:spChg>
        <pc:picChg chg="add mod">
          <ac:chgData name="Sammiti, Venkateswarulu" userId="4b2f1f09-8bbb-41df-90a4-ba61ea348ed4" providerId="ADAL" clId="{F80380C8-6812-4304-9813-C4C1C7F88123}" dt="2025-11-13T12:21:52.941" v="250" actId="1076"/>
          <ac:picMkLst>
            <pc:docMk/>
            <pc:sldMk cId="4056808511" sldId="270"/>
            <ac:picMk id="5" creationId="{44C1F1C5-AB96-7E36-2F48-1889E2F976FF}"/>
          </ac:picMkLst>
        </pc:picChg>
      </pc:sldChg>
      <pc:sldChg chg="addSp delSp modSp new mod setBg">
        <pc:chgData name="Sammiti, Venkateswarulu" userId="4b2f1f09-8bbb-41df-90a4-ba61ea348ed4" providerId="ADAL" clId="{F80380C8-6812-4304-9813-C4C1C7F88123}" dt="2025-11-13T12:23:48.491" v="263" actId="1076"/>
        <pc:sldMkLst>
          <pc:docMk/>
          <pc:sldMk cId="3063959738" sldId="271"/>
        </pc:sldMkLst>
        <pc:spChg chg="del">
          <ac:chgData name="Sammiti, Venkateswarulu" userId="4b2f1f09-8bbb-41df-90a4-ba61ea348ed4" providerId="ADAL" clId="{F80380C8-6812-4304-9813-C4C1C7F88123}" dt="2025-11-13T12:21:58.973" v="252" actId="478"/>
          <ac:spMkLst>
            <pc:docMk/>
            <pc:sldMk cId="3063959738" sldId="271"/>
            <ac:spMk id="2" creationId="{0A355418-1514-3B64-C449-370B1032F930}"/>
          </ac:spMkLst>
        </pc:spChg>
        <pc:spChg chg="del">
          <ac:chgData name="Sammiti, Venkateswarulu" userId="4b2f1f09-8bbb-41df-90a4-ba61ea348ed4" providerId="ADAL" clId="{F80380C8-6812-4304-9813-C4C1C7F88123}" dt="2025-11-13T12:22:00.605" v="253" actId="478"/>
          <ac:spMkLst>
            <pc:docMk/>
            <pc:sldMk cId="3063959738" sldId="271"/>
            <ac:spMk id="3" creationId="{48286ED1-EEEE-9601-E698-36A35C8450D9}"/>
          </ac:spMkLst>
        </pc:spChg>
        <pc:spChg chg="add">
          <ac:chgData name="Sammiti, Venkateswarulu" userId="4b2f1f09-8bbb-41df-90a4-ba61ea348ed4" providerId="ADAL" clId="{F80380C8-6812-4304-9813-C4C1C7F88123}" dt="2025-11-13T12:23:30.788" v="255" actId="26606"/>
          <ac:spMkLst>
            <pc:docMk/>
            <pc:sldMk cId="3063959738" sldId="271"/>
            <ac:spMk id="10" creationId="{42A4FC2C-047E-45A5-965D-8E1E3BF09BC6}"/>
          </ac:spMkLst>
        </pc:spChg>
        <pc:picChg chg="add mod">
          <ac:chgData name="Sammiti, Venkateswarulu" userId="4b2f1f09-8bbb-41df-90a4-ba61ea348ed4" providerId="ADAL" clId="{F80380C8-6812-4304-9813-C4C1C7F88123}" dt="2025-11-13T12:23:48.491" v="263" actId="1076"/>
          <ac:picMkLst>
            <pc:docMk/>
            <pc:sldMk cId="3063959738" sldId="271"/>
            <ac:picMk id="5" creationId="{7C0038B7-937B-EB64-6213-1EF4FC399A80}"/>
          </ac:picMkLst>
        </pc:picChg>
      </pc:sldChg>
      <pc:sldChg chg="addSp delSp modSp new mod">
        <pc:chgData name="Sammiti, Venkateswarulu" userId="4b2f1f09-8bbb-41df-90a4-ba61ea348ed4" providerId="ADAL" clId="{F80380C8-6812-4304-9813-C4C1C7F88123}" dt="2025-11-13T12:25:47.642" v="269" actId="1076"/>
        <pc:sldMkLst>
          <pc:docMk/>
          <pc:sldMk cId="2541952040" sldId="272"/>
        </pc:sldMkLst>
        <pc:spChg chg="del">
          <ac:chgData name="Sammiti, Venkateswarulu" userId="4b2f1f09-8bbb-41df-90a4-ba61ea348ed4" providerId="ADAL" clId="{F80380C8-6812-4304-9813-C4C1C7F88123}" dt="2025-11-13T12:23:54.823" v="265" actId="478"/>
          <ac:spMkLst>
            <pc:docMk/>
            <pc:sldMk cId="2541952040" sldId="272"/>
            <ac:spMk id="2" creationId="{F23E07C7-4946-B6A3-BEB4-49C0024AE3DF}"/>
          </ac:spMkLst>
        </pc:spChg>
        <pc:spChg chg="del">
          <ac:chgData name="Sammiti, Venkateswarulu" userId="4b2f1f09-8bbb-41df-90a4-ba61ea348ed4" providerId="ADAL" clId="{F80380C8-6812-4304-9813-C4C1C7F88123}" dt="2025-11-13T12:23:56.853" v="266" actId="478"/>
          <ac:spMkLst>
            <pc:docMk/>
            <pc:sldMk cId="2541952040" sldId="272"/>
            <ac:spMk id="3" creationId="{C6F57BA1-AA8D-03BF-336D-4757F59D236E}"/>
          </ac:spMkLst>
        </pc:spChg>
        <pc:picChg chg="add mod">
          <ac:chgData name="Sammiti, Venkateswarulu" userId="4b2f1f09-8bbb-41df-90a4-ba61ea348ed4" providerId="ADAL" clId="{F80380C8-6812-4304-9813-C4C1C7F88123}" dt="2025-11-13T12:25:47.642" v="269" actId="1076"/>
          <ac:picMkLst>
            <pc:docMk/>
            <pc:sldMk cId="2541952040" sldId="272"/>
            <ac:picMk id="5" creationId="{86B381D9-6B91-3B2D-5520-43025F6E64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B8A2-2593-5353-83FC-2FEB084FD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DB03C-4F93-5150-7796-53B099693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58143-F752-86DE-CB79-9CC3A63F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7C34-B160-617C-3620-4083187C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3FDC-E113-FE03-F7DF-676303D9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1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C315-A521-EEE2-0F39-1D278245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078D-104C-9CA1-067E-63F619449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06C7D-CE1C-FBA4-BDE9-2D4186AC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AD8AA-4CD8-09B6-3006-B4AE2AA4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16339-C7CC-AD6B-9190-4BB4C73E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DE42-B605-D7D4-BEDB-C1E143AD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07184-8A49-620B-0CD1-DCA542D3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88E2B-A8DE-13EB-347A-9DCC834F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6F860-C1AB-511E-B027-46D7E447B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FE8E-558E-EDCA-DA5F-D59305D3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7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8FA3-7700-264F-60B3-585E4211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CBFE-8C7A-1C26-52B9-EECFFF6E4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9D714-F6FE-1E26-B347-86564437D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1170D-0A92-51D0-7760-27111C61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38F30-6D3F-0036-8FD4-D26E8174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CCD28-AFAD-694E-1044-431203EB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7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2E64-5370-E0DA-2BDB-BCB0D0AD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B12E2-8191-F2D3-610B-BE106941D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75404-8822-9756-3041-E1CEA1DDB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4125B-44D7-D182-B74A-798CD8172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75536-F735-FD90-EBF9-774FC5E6B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2C0D6-014E-5F67-391E-923A4AB1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6110A-51C6-09EA-C6DB-6892B1E0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1EBCA-3F6B-8807-8956-520CEA35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7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706A-F493-77A2-D915-40A1F529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76A1D-868C-652E-8D5F-763F1B8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B5C17-52C7-EC4A-4B2C-1C93F8FD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33B91-6CA5-B576-09E4-FDF7443A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3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904F5-2F9C-EDD9-C134-07176871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A52C6-890B-C9FA-C09B-D922E5FD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44B82-EFF7-A671-B3E7-82F095F2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4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3133-20E4-C991-9398-8AA9D608D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5606-787E-DFF3-A8A7-B2D21C11C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B6033-4E7C-41F1-7616-A12732F77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E964B-1BE9-88A0-1C30-BED6FC6C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682D6-F5BC-5C79-CAE7-213A4930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60A4C-00AE-89FC-C583-78E5CAD9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91D2-A4BE-B7EC-7DB8-3287DF0A5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0AD1D-36F5-C66C-3D0D-01E79B6C3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5E508-B111-E9B1-7297-CCA7917BB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91169-7810-0D1C-AC72-2B1EB2B8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FFCA7-E676-A6DB-1905-A17E5439B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A2EFB-3156-A124-0350-652AEF33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7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FF6B-96A7-2298-8156-1690142D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C83CD-9A3C-319C-C035-B3F03C89A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6AD3-FB64-C204-5589-62F07EC6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CAD70-FAB7-2056-CF8E-4DD39B4F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A44CB-3E20-B329-A46E-8A1A06B6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4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8FDCD-13B3-7CF3-9125-ECBC5562D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63F4B-591B-F265-8AED-03FA90E42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20E1-6D54-0CAA-C0C6-6304A7C0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1F5D-0E12-D321-7442-2F2150C7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5D20B-0473-50C7-A384-52B44733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8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B3DBB-0441-0FA2-4B72-14757E1D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2086E-226E-AC8C-49AE-0FDE9B13B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CC517-B9D8-CB28-0399-AD0EEEC2F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6D58E-5652-4CE8-B58D-C7FA14DFE04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6A1A-C576-3279-A838-D0E8404CD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22CA1-4FBD-65D4-43D2-636E0CD2C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808B3-B953-404C-AFAD-AAA0867CF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9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10AE-3D43-AC70-2611-2BB8CE5B9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236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BankSight</a:t>
            </a:r>
            <a:r>
              <a:rPr lang="en-US" dirty="0"/>
              <a:t>: Transaction Intelligence Dashboard</a:t>
            </a:r>
            <a:br>
              <a:rPr lang="en-US" sz="4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8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2E81-F77D-0021-92A4-63EB82978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475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6"/>
                </a:solidFill>
              </a:rPr>
              <a:t>I created an Environment called TRA</a:t>
            </a:r>
          </a:p>
        </p:txBody>
      </p:sp>
    </p:spTree>
    <p:extLst>
      <p:ext uri="{BB962C8B-B14F-4D97-AF65-F5344CB8AC3E}">
        <p14:creationId xmlns:p14="http://schemas.microsoft.com/office/powerpoint/2010/main" val="260604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0AA93-C056-1A9E-9FC3-272B12B40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Inside TRA I created the Folder and files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data </a:t>
            </a:r>
          </a:p>
          <a:p>
            <a:pPr marL="514350" indent="-514350">
              <a:buAutoNum type="arabicParenR"/>
            </a:pPr>
            <a:r>
              <a:rPr lang="en-US" dirty="0"/>
              <a:t>Database</a:t>
            </a:r>
          </a:p>
          <a:p>
            <a:pPr marL="514350" indent="-514350">
              <a:buAutoNum type="arabicParenR"/>
            </a:pPr>
            <a:r>
              <a:rPr lang="en-US" dirty="0"/>
              <a:t>App.py file </a:t>
            </a:r>
          </a:p>
        </p:txBody>
      </p:sp>
    </p:spTree>
    <p:extLst>
      <p:ext uri="{BB962C8B-B14F-4D97-AF65-F5344CB8AC3E}">
        <p14:creationId xmlns:p14="http://schemas.microsoft.com/office/powerpoint/2010/main" val="161436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BA7F-CD59-BB33-3934-482FC9DA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43610-7C51-0D80-712E-195FDF6DF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My environment what are the requirements need below one’s I installed </a:t>
            </a:r>
          </a:p>
          <a:p>
            <a:pPr marL="514350" indent="-514350">
              <a:buAutoNum type="arabicParenR"/>
            </a:pPr>
            <a:r>
              <a:rPr lang="en-US" dirty="0" err="1"/>
              <a:t>Streamlit</a:t>
            </a: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Pandas</a:t>
            </a:r>
          </a:p>
          <a:p>
            <a:pPr marL="514350" indent="-514350">
              <a:buAutoNum type="arabicParenR"/>
            </a:pPr>
            <a:r>
              <a:rPr lang="en-US" dirty="0" err="1"/>
              <a:t>Numpy</a:t>
            </a:r>
            <a:endParaRPr lang="en-US" dirty="0"/>
          </a:p>
          <a:p>
            <a:pPr marL="514350" indent="-514350">
              <a:buAutoNum type="arabicParenR"/>
            </a:pPr>
            <a:r>
              <a:rPr lang="en-US" dirty="0" err="1"/>
              <a:t>Plotly</a:t>
            </a: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Pillow</a:t>
            </a:r>
          </a:p>
        </p:txBody>
      </p:sp>
    </p:spTree>
    <p:extLst>
      <p:ext uri="{BB962C8B-B14F-4D97-AF65-F5344CB8AC3E}">
        <p14:creationId xmlns:p14="http://schemas.microsoft.com/office/powerpoint/2010/main" val="225861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0FE5B-2624-A90D-228E-47D9B685A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Data Folder : Is nothing but the Data Set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1)</a:t>
            </a:r>
            <a:r>
              <a:rPr lang="en-US" b="1" dirty="0"/>
              <a:t> Customers Dataset</a:t>
            </a:r>
          </a:p>
          <a:p>
            <a:pPr marL="0" indent="0">
              <a:buNone/>
            </a:pPr>
            <a:r>
              <a:rPr lang="en-US" b="1" dirty="0"/>
              <a:t>2) Account Balances Dataset</a:t>
            </a:r>
          </a:p>
          <a:p>
            <a:pPr marL="0" indent="0">
              <a:buNone/>
            </a:pPr>
            <a:r>
              <a:rPr lang="en-US" b="1" dirty="0"/>
              <a:t>3) Transactions Dataset</a:t>
            </a:r>
          </a:p>
          <a:p>
            <a:pPr marL="0" indent="0">
              <a:buNone/>
            </a:pPr>
            <a:r>
              <a:rPr lang="en-US" b="1" dirty="0"/>
              <a:t>4) Loans Dataset</a:t>
            </a:r>
          </a:p>
          <a:p>
            <a:pPr marL="0" indent="0">
              <a:buNone/>
            </a:pPr>
            <a:r>
              <a:rPr lang="en-US" b="1" dirty="0"/>
              <a:t>5) Credit Cards Dataset</a:t>
            </a:r>
          </a:p>
          <a:p>
            <a:pPr marL="0" indent="0">
              <a:buNone/>
            </a:pPr>
            <a:r>
              <a:rPr lang="en-US" b="1" dirty="0"/>
              <a:t>6) Branches Dataset</a:t>
            </a:r>
          </a:p>
          <a:p>
            <a:pPr marL="0" indent="0">
              <a:buNone/>
            </a:pPr>
            <a:r>
              <a:rPr lang="en-US" b="1" dirty="0"/>
              <a:t>7) Support Tickets Dataset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Next I will up to the image for reference </a:t>
            </a:r>
            <a:r>
              <a:rPr lang="en-US" b="1" dirty="0" err="1"/>
              <a:t>pupouse</a:t>
            </a: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56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0E5D41-0F69-75D4-DEA2-0779D309E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613" y="894087"/>
            <a:ext cx="7824866" cy="506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47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2E94F-15FE-E8C2-7FC4-1988FEBB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013" y="1420889"/>
            <a:ext cx="10515600" cy="35708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Scripts Folder</a:t>
            </a:r>
          </a:p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1_data_preparation.py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2_database_setup.py</a:t>
            </a:r>
          </a:p>
          <a:p>
            <a:pPr marL="0" indent="0">
              <a:buNone/>
            </a:pPr>
            <a:r>
              <a:rPr lang="en-US" dirty="0"/>
              <a:t>3)</a:t>
            </a:r>
            <a:r>
              <a:rPr lang="en-US" b="1" dirty="0"/>
              <a:t> sql_queries.py</a:t>
            </a:r>
          </a:p>
          <a:p>
            <a:pPr marL="0" indent="0">
              <a:buNone/>
            </a:pPr>
            <a:r>
              <a:rPr lang="en-US" b="1" dirty="0"/>
              <a:t>4) __init__.py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35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ED9E5-FDBB-419A-58FA-0613C31CC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App.py (</a:t>
            </a:r>
            <a:r>
              <a:rPr lang="en-US" b="1" dirty="0"/>
              <a:t>Main </a:t>
            </a:r>
            <a:r>
              <a:rPr lang="en-US" b="1" dirty="0" err="1"/>
              <a:t>Streamlit</a:t>
            </a:r>
            <a:r>
              <a:rPr lang="en-US" b="1" dirty="0"/>
              <a:t> Application)code </a:t>
            </a:r>
          </a:p>
        </p:txBody>
      </p:sp>
    </p:spTree>
    <p:extLst>
      <p:ext uri="{BB962C8B-B14F-4D97-AF65-F5344CB8AC3E}">
        <p14:creationId xmlns:p14="http://schemas.microsoft.com/office/powerpoint/2010/main" val="178443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DF53F-25D5-0CFC-C117-1DEAD6C3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529"/>
            <a:ext cx="10515600" cy="4978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7A906-0F28-425C-E5AB-21D155A59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80" y="944380"/>
            <a:ext cx="9443040" cy="478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92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C7D69-81F7-71B7-A353-87F3AFB4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102" y="1016156"/>
            <a:ext cx="4363387" cy="4378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Database: </a:t>
            </a:r>
            <a:r>
              <a:rPr lang="en-US" dirty="0" err="1"/>
              <a:t>banking.db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8D9CD-3126-8F5D-FA92-D455D8363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10" y="1533260"/>
            <a:ext cx="7279410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6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28A8D-7FFC-7D76-53DC-BAA19808D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674"/>
            <a:ext cx="10515600" cy="3885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		</a:t>
            </a:r>
            <a:r>
              <a:rPr lang="en-US" b="1" dirty="0">
                <a:solidFill>
                  <a:srgbClr val="00B050"/>
                </a:solidFill>
              </a:rPr>
              <a:t>In the Scripts Folder I created files called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Data_Preparation.py</a:t>
            </a:r>
          </a:p>
          <a:p>
            <a:pPr marL="0" indent="0">
              <a:buNone/>
            </a:pPr>
            <a:r>
              <a:rPr lang="en-US" dirty="0"/>
              <a:t>Database_setup.py</a:t>
            </a:r>
          </a:p>
          <a:p>
            <a:pPr marL="0" indent="0">
              <a:buNone/>
            </a:pPr>
            <a:r>
              <a:rPr lang="en-US" dirty="0"/>
              <a:t>Sql_quires.py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Below I attached the image </a:t>
            </a:r>
          </a:p>
        </p:txBody>
      </p:sp>
    </p:spTree>
    <p:extLst>
      <p:ext uri="{BB962C8B-B14F-4D97-AF65-F5344CB8AC3E}">
        <p14:creationId xmlns:p14="http://schemas.microsoft.com/office/powerpoint/2010/main" val="219217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70840-C09F-15F5-A5D0-4AB24856E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218" y="628259"/>
            <a:ext cx="6252654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7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8229-FF16-73A2-7AAB-38B97271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057"/>
            <a:ext cx="10515600" cy="527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created app.py file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71755-2F75-338D-81B3-2B4BE7E3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3888"/>
            <a:ext cx="994548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7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74F5-0C30-8C63-5057-F56246A9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C39E1-22F5-BC4C-BB7E-6259D525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4085"/>
            <a:ext cx="9514894" cy="46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7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C1F1C5-AB96-7E36-2F48-1889E2F97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050" y="564648"/>
            <a:ext cx="9709899" cy="532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08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0038B7-937B-EB64-6213-1EF4FC39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9"/>
          <a:stretch>
            <a:fillRect/>
          </a:stretch>
        </p:blipFill>
        <p:spPr>
          <a:xfrm>
            <a:off x="764499" y="870712"/>
            <a:ext cx="10448144" cy="478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5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B381D9-6B91-3B2D-5520-43025F6E6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11" y="561708"/>
            <a:ext cx="10443220" cy="51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5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184</Words>
  <Application>Microsoft Office PowerPoint</Application>
  <PresentationFormat>Widescreen</PresentationFormat>
  <Paragraphs>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BankSight: Transaction Intelligence Dashboard </vt:lpstr>
      <vt:lpstr>PowerPoint Presentation</vt:lpstr>
      <vt:lpstr>PowerPoint Presentation</vt:lpstr>
      <vt:lpstr>TRA Environment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 Put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Sammiti, Venkateswarulu</dc:creator>
  <cp:lastModifiedBy>Sammiti, Venkateswarulu</cp:lastModifiedBy>
  <cp:revision>1</cp:revision>
  <dcterms:created xsi:type="dcterms:W3CDTF">2025-11-12T09:26:22Z</dcterms:created>
  <dcterms:modified xsi:type="dcterms:W3CDTF">2025-11-13T12:25:48Z</dcterms:modified>
</cp:coreProperties>
</file>